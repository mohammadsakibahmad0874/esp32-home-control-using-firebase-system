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🏠  ApnaGhar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AAA00"/>
                </a:solidFill>
              </a:rPr>
              <a:t>ESP32 Home Control Using Firebase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DE3E8"/>
                </a:solidFill>
              </a:rPr>
              <a:t>Production Release  •  13 Engineering Tasks Completed  •  Firebase + Flutter + Voice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657600"/>
            <a:ext cx="4873752" cy="274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8C4"/>
                </a:solidFill>
              </a:rPr>
              <a:t>Mohammad Sakib Ahmad  |  @MohammadSakibAhmad0874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4"/>
                </a:solidFill>
              </a:rPr>
              <a:t>October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5029200"/>
            <a:ext cx="1645920" cy="411480"/>
          </a:xfrm>
          <a:prstGeom prst="rect">
            <a:avLst/>
          </a:prstGeom>
          <a:solidFill>
            <a:srgbClr val="3A0F34"/>
          </a:solidFill>
          <a:ln w="1524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AAA00"/>
                </a:solidFill>
              </a:rPr>
              <a:t>ESP32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5029200"/>
            <a:ext cx="1645920" cy="411480"/>
          </a:xfrm>
          <a:prstGeom prst="rect">
            <a:avLst/>
          </a:prstGeom>
          <a:solidFill>
            <a:srgbClr val="3A0F34"/>
          </a:solidFill>
          <a:ln w="1524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A28"/>
                </a:solidFill>
              </a:rPr>
              <a:t>Firebase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029200"/>
            <a:ext cx="1645920" cy="411480"/>
          </a:xfrm>
          <a:prstGeom prst="rect">
            <a:avLst/>
          </a:prstGeom>
          <a:solidFill>
            <a:srgbClr val="3A0F34"/>
          </a:solidFill>
          <a:ln w="15240">
            <a:solidFill>
              <a:srgbClr val="54C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4C5F8"/>
                </a:solidFill>
              </a:rPr>
              <a:t>Flutter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029200"/>
            <a:ext cx="1645920" cy="411480"/>
          </a:xfrm>
          <a:prstGeom prst="rect">
            <a:avLst/>
          </a:prstGeom>
          <a:solidFill>
            <a:srgbClr val="3A0F34"/>
          </a:solidFill>
          <a:ln w="1524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029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C4E6"/>
                </a:solidFill>
              </a:rPr>
              <a:t>Alexa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AAA00"/>
                </a:solidFill>
              </a:rPr>
              <a:t>❌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DE3E8"/>
                </a:solidFill>
              </a:rPr>
              <a:t>Traditional Home Control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🔘  Manual Switches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020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No remote control — must be physically 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3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📡  No Internet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39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Can't turn off AC from office or control from phone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7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🔋  Power Wasted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54679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No energy monitoring — no idea what consumes how much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🔌  No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No surge protection, no brownout recovery, no watchdog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🔔  No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09159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Appliance left on? No notification, no awareness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80"/>
            <a:ext cx="10789920" cy="658368"/>
          </a:xfrm>
          <a:prstGeom prst="rect">
            <a:avLst/>
          </a:prstGeom>
          <a:solidFill>
            <a:srgbClr val="1A103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🗣️  No Voice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48640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4"/>
                </a:solidFill>
              </a:rPr>
              <a:t>Alexa/Google Home not integrated with local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AAA00"/>
                </a:solidFill>
              </a:rPr>
              <a:t>✅  Our Solution — Hybrid 3-Mode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566160" cy="5303520"/>
          </a:xfrm>
          <a:prstGeom prst="rect">
            <a:avLst/>
          </a:prstGeom>
          <a:solidFill>
            <a:srgbClr val="3A0F34"/>
          </a:solidFill>
          <a:ln w="2540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AAA00"/>
                </a:solidFill>
              </a:rPr>
              <a:t>☁️  CLOUD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4"/>
                </a:solidFill>
              </a:rPr>
              <a:t>Via Firebase RTDB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200400" cy="36576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Control from anywhere in the world
Real-time WebSocket streaming (&lt;120ms)
FCM push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005840"/>
            <a:ext cx="3566160" cy="5303520"/>
          </a:xfrm>
          <a:prstGeom prst="rect">
            <a:avLst/>
          </a:prstGeom>
          <a:solidFill>
            <a:srgbClr val="3A0F34"/>
          </a:solidFill>
          <a:ln w="25400">
            <a:solidFill>
              <a:srgbClr val="54C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097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4C5F8"/>
                </a:solidFill>
              </a:rPr>
              <a:t>📡  LOCAL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4"/>
                </a:solidFill>
              </a:rPr>
              <a:t>Via mDNS on 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3712" y="2103120"/>
            <a:ext cx="3200400" cy="36576"/>
          </a:xfrm>
          <a:prstGeom prst="rect">
            <a:avLst/>
          </a:prstGeom>
          <a:solidFill>
            <a:srgbClr val="54C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Control on local WiFi
FastAPI REST endpoint
Works when Firebase is slow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005840"/>
            <a:ext cx="3566160" cy="5303520"/>
          </a:xfrm>
          <a:prstGeom prst="rect">
            <a:avLst/>
          </a:prstGeom>
          <a:solidFill>
            <a:srgbClr val="3A0F3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097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📶  OFFLINE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4"/>
                </a:solidFill>
              </a:rPr>
              <a:t>Via ESP32 Access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2103120"/>
            <a:ext cx="32004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Always-on AP: SmartHome_Control
Captive portal on 192.168.4.1
Works with ZERO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AAA00"/>
                </a:solidFill>
              </a:rPr>
              <a:t>🏛️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3E8"/>
                </a:solidFill>
              </a:rPr>
              <a:t>
📱 Flutter App ──────────────────────────────────┐
💻 Web Dashboard (Vercel) ───────────────────────┤
🗣️ Alexa Skill (AWS Lambda) ─────────────────────┤──► 🔥 Firebase RTDB ◄══EVENT STREAM══► ⚡ ESP32
🗣️ Google Action (Cloud Functions) ──────────────┤        (apnaghar-3f865)                    │
🔘 Physical Wall Switches ───────────────────────┘                                             │
                                                    📲 FCM Push ──────────────────────────┐    │
                                                                                          ▼    ▼
                                                                                  📱 Phone Alert
ESP32 Hardware Stack:
├── 15s FreeRTOS Watchdog (auto-reboot)      ├── ElegantOTA at /update
├── 4× Relay (GPIO 23,22,21,19)             ├── PZEM-004T UART Power Meter
└── 4× Wall Switch (GPIO 25,26,27,32)       └── HLK-PM01 AC-DC + MOV Surge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AAA00"/>
                </a:solidFill>
              </a:rPr>
              <a:t>⚡  Hardware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ESP32 DevKit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Dual-Core 240MHz, 520KB RAM, WiFi+BT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4-Relay Module (10A)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JD-VCC isolated, EL817 optocouplers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PZEM-004T v3.0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UART energy monitor: V/A/W/kWh ±0.5%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HLK-PM01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04487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AC-DC 5V isolated power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14D431K MOV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731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Transient surge clamp &lt;340V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AA00"/>
                </a:solidFill>
              </a:rPr>
              <a:t>• RC Snubber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418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100nF X2 + 100Ω 2W — arc suppression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822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GPIO Pin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303520" cy="475488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1673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31673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Relay 1 — Living Room Light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10512"/>
            <a:ext cx="5303520" cy="475488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84708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47088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Relay 2 — Bedroom Lamp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40863"/>
            <a:ext cx="5303520" cy="475488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39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39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Relay 3 — Kitchen Light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71215"/>
            <a:ext cx="5303520" cy="475488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907791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07791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Relay 4 — Ceiling Fan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01568"/>
            <a:ext cx="5303520" cy="475488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4381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438144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Switch 1 (50ms debounce)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931920"/>
            <a:ext cx="5303520" cy="475488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9684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968496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Switch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62271"/>
            <a:ext cx="5303520" cy="475488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498847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498847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Switch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992623"/>
            <a:ext cx="5303520" cy="475488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5029199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029199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Switch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522975"/>
            <a:ext cx="5303520" cy="475488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559551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559551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PZEM TX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6053327"/>
            <a:ext cx="5303520" cy="475488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6089903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GPIO 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6089903"/>
            <a:ext cx="3749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PZEM RX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AAA00"/>
                </a:solidFill>
              </a:rPr>
              <a:t>🔥  Firebase — Security &amp; Realtime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database.rules.json (Production)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8"/>
                </a:solidFill>
              </a:rPr>
              <a:t>{
  "rules": {
    ".read": false,
    ".write": false,
    "devices": {
      "$deviceId": {
        ".read": "auth != null &amp;&amp; auth.uid == data.child('owner').val()",
        ".write": "auth != null &amp;&amp; auth.uid == data.child('owner').val()",
        "relays": { ".validate": "newData.hasChildren(['relay1','relay2','relay3','relay4'])" },
        "sensors": { ".write": false }
      }
    }
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Firebase RTDB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apnaghar-3f865-rtdb/
└── devices/
    └── SH-001/
        ├── owner: uid
        ├── relays/
        │   ├── relay1: true/false
        │   ├── relay2: true/false
        │   ├── relay3: true/false
        │   └── relay4: true/false
        └── sensors/
            ├── voltage: 230.5
            ├── current: 1.24
            ├── power: 285.8
            └── energy: 0.048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AA00"/>
                </a:solidFill>
              </a:rPr>
              <a:t>✅  All 13 Engineering Tasks —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784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978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Firebase SDK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&lt;120ms WebSocket event-driven (replaces 2s polling)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1051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013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Firebase Security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Strict UID auth scope — no open read/write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24327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243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Token Auto-Refresh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4436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TokenHelper.h — OAuth2 refresh before 3600s expiry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59" y="26974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44728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47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PZEM-004T Sensing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673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V/A/W/kWh ±0.5% via UART (GPIO 16,17)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270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OTA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ElegantOTA at http://smarthome.local/update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59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5093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93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Hardware WDT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4132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15s FreeRTOS Task Watchdog — auto reboot on hang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59" y="5166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85216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9161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916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 2-Layer PCB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62362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8mm HV isolation, KiCad + JLCPCB Gerbers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59" y="5989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91440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9784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978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UL94 V-0 Enclosure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12984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Parametric OpenSCAD, dual AC/DC compartment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1051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173736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180136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18013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Voice Assistant Skills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1214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Alexa Smart Home v3 + Google Actions fulfillment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187451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256032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2624327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6243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Flutter Release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294436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Signed keystore, Play Store AAB generated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4320" y="269747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338328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344728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3447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FCM Push Notifications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376732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Relay flip + power surge alerts to phone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206240"/>
            <a:ext cx="5669280" cy="713232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2702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42702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Manual Wall 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45902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GPIO 25-32 debounced, bidirectional cloud sync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04320" y="4343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5029200"/>
            <a:ext cx="5669280" cy="713232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509320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AA00"/>
                </a:solidFill>
              </a:rPr>
              <a:t>  #13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5093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Snubber + MOV Circuit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54132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</a:rPr>
              <a:t>RC 100nF/100Ω + 14D431K clamps &lt;340V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0" y="5166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AAA00"/>
                </a:solidFill>
              </a:rPr>
              <a:t>🛡️  17 Bugs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🔴  CRITICAL 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Exposed Firebase API Key in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Open database rules — anyone could read/write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93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Brownout reset triggered by relay switching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2s HTTP REST polling — high latency + battery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98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🟠  HIGH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Firebase token expired after 1hr — device disconnected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85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SSL certificate pinning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32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Blocking WiFi reconnect hung main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9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Hardware Watchdog — device stuck forever on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27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OTA update path — needed physical reflash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84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AA00"/>
                </a:solidFill>
              </a:rPr>
              <a:t>🟡  MEDIUM + LOW (8)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manual switch feedback to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71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inductive load arc suppression (relay damage)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18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No energy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65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CORS misconfigured on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013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4"/>
                </a:solidFill>
              </a:rPr>
              <a:t>   • + 4 more low-severity UI/UX issues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AAA00"/>
                </a:solidFill>
              </a:rPr>
              <a:t>🚀  Live Demo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3200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🌐  Web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AA00"/>
                </a:solidFill>
              </a:rPr>
              <a:t>https://web-iota-ruddy-37.vercel.app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📦 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AA00"/>
                </a:solidFill>
              </a:rPr>
              <a:t>MohammadSakibAhmad0874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097280"/>
            <a:ext cx="32004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79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🔥  Firebase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AA00"/>
                </a:solidFill>
              </a:rPr>
              <a:t>apnaghar-3f865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B8C4"/>
                </a:solidFill>
              </a:rPr>
              <a:t>Scan QR codes for live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AAA00"/>
                </a:solidFill>
              </a:rPr>
              <a:t>⚡  Firmware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1234440"/>
          </a:xfrm>
          <a:prstGeom prst="rect">
            <a:avLst/>
          </a:prstGeom>
          <a:solidFill>
            <a:srgbClr val="3A0F34"/>
          </a:solidFill>
          <a:ln w="1270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AA00"/>
                </a:solidFill>
              </a:rPr>
              <a:t>🔄  Firebase Streaming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EAAA00"/>
                </a:solidFill>
              </a:rPr>
              <a:t>📄 firebaseStream.h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Firebase_ESP_Client event listener replaces 2s HTTP polling
&lt;120ms relay response time • TokenHelper auto-refreshes OAuth2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0972800" cy="1234440"/>
          </a:xfrm>
          <a:prstGeom prst="rect">
            <a:avLst/>
          </a:prstGeom>
          <a:solidFill>
            <a:srgbClr val="3A0F34"/>
          </a:solidFill>
          <a:ln w="1270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AA00"/>
                </a:solidFill>
              </a:rPr>
              <a:t>⏱️  Hardware Watchdog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EAAA00"/>
                </a:solidFill>
              </a:rPr>
              <a:t>📄 watchdog.h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0779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FreeRTOS esp_task_wdt 15s timeout
Auto-reboot if main loop hangs (power spike, deadlock)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10972800" cy="1234440"/>
          </a:xfrm>
          <a:prstGeom prst="rect">
            <a:avLst/>
          </a:prstGeom>
          <a:solidFill>
            <a:srgbClr val="3A0F34"/>
          </a:solidFill>
          <a:ln w="1270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AA00"/>
                </a:solidFill>
              </a:rPr>
              <a:t>📡  OTA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EAAA00"/>
                </a:solidFill>
              </a:rPr>
              <a:t>📄 otaManager.h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ElegantOTA web UI at http://smarthome.local/update
ArduinoOTA for IDE flashing • No physical access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212080"/>
            <a:ext cx="10972800" cy="1234440"/>
          </a:xfrm>
          <a:prstGeom prst="rect">
            <a:avLst/>
          </a:prstGeom>
          <a:solidFill>
            <a:srgbClr val="3A0F34"/>
          </a:solidFill>
          <a:ln w="1270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76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AA00"/>
                </a:solidFill>
              </a:rPr>
              <a:t>💾  NVS 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EAAA00"/>
                </a:solidFill>
              </a:rPr>
              <a:t>📄 config.h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424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3E8"/>
                </a:solidFill>
              </a:rPr>
              <a:t>WiFi credentials + device ID stored in flash NVS
Survives power cuts — auto-reconnects in &lt;5s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AAA00"/>
                </a:solidFill>
              </a:rPr>
              <a:t>🔌  Custom PCB + 3D Enclosure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Custom 2-Layer PCB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100mm × 80mm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2oz copper pour, 2-layer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3405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8.0mm high-voltage isolation slot (IPC-2221)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9242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4× EL817 optocouplers for relay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HLK-PM01 onboard AC-DC 5V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59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PZEM-004T header (UART)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6752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JLCPCB gerber.zip ready for fabrication ($12 for 5 boards)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914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UL94 V-0 3D Printable Enclosure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Material: ABS (UL94 V-0 flame retardant)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756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Parametric OpenSCAD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3405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Dual-compartment: AC side / DC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924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Internal ABS barrier (8mm thick)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05079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Ventilation slots for airflow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70915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DIN rail mount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3675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• Run: openscad enclosure.scad → export STL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914400"/>
            <a:ext cx="36576" cy="5669280"/>
          </a:xfrm>
          <a:prstGeom prst="rect">
            <a:avLst/>
          </a:prstGeom>
          <a:solidFill>
            <a:srgbClr val="4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AAA00"/>
                </a:solidFill>
              </a:rPr>
              <a:t>🗣️  Voice Assistant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C4E6"/>
                </a:solidFill>
              </a:rPr>
              <a:t>Amazon Alexa — Smart Home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669280" cy="685800"/>
          </a:xfrm>
          <a:prstGeom prst="rect">
            <a:avLst/>
          </a:prstGeom>
          <a:solidFill>
            <a:srgbClr val="0B1E2E"/>
          </a:solidFill>
          <a:ln w="1016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"Alexa, turn on the living room light"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5669280" cy="685800"/>
          </a:xfrm>
          <a:prstGeom prst="rect">
            <a:avLst/>
          </a:prstGeom>
          <a:solidFill>
            <a:srgbClr val="0B1E2E"/>
          </a:solidFill>
          <a:ln w="1016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3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"Alexa, turn off bedroom lamp"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5669280" cy="685800"/>
          </a:xfrm>
          <a:prstGeom prst="rect">
            <a:avLst/>
          </a:prstGeom>
          <a:solidFill>
            <a:srgbClr val="0B1E2E"/>
          </a:solidFill>
          <a:ln w="1016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"Alexa, turn on all lights"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69079"/>
            <a:ext cx="5669280" cy="685800"/>
          </a:xfrm>
          <a:prstGeom prst="rect">
            <a:avLst/>
          </a:prstGeom>
          <a:solidFill>
            <a:srgbClr val="0B1E2E"/>
          </a:solidFill>
          <a:ln w="1016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"Alexa, what is the status of the fan?"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5669280" cy="685800"/>
          </a:xfrm>
          <a:prstGeom prst="rect">
            <a:avLst/>
          </a:prstGeom>
          <a:solidFill>
            <a:srgbClr val="0B1E2E"/>
          </a:solidFill>
          <a:ln w="10160">
            <a:solidFill>
              <a:srgbClr val="1BC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834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"Alexa, discover my devices"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AF50"/>
                </a:solidFill>
              </a:rPr>
              <a:t>Google Assistant — Smart Home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486400" cy="685800"/>
          </a:xfrm>
          <a:prstGeom prst="rect">
            <a:avLst/>
          </a:prstGeom>
          <a:solidFill>
            <a:srgbClr val="0B2B0E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"Hey Google, turn on the kitchen light"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5486400" cy="685800"/>
          </a:xfrm>
          <a:prstGeom prst="rect">
            <a:avLst/>
          </a:prstGeom>
          <a:solidFill>
            <a:srgbClr val="0B2B0E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"Hey Google, turn off the fan"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5486400" cy="685800"/>
          </a:xfrm>
          <a:prstGeom prst="rect">
            <a:avLst/>
          </a:prstGeom>
          <a:solidFill>
            <a:srgbClr val="0B2B0E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"Hey Google, turn on all devices"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69079"/>
            <a:ext cx="5486400" cy="685800"/>
          </a:xfrm>
          <a:prstGeom prst="rect">
            <a:avLst/>
          </a:prstGeom>
          <a:solidFill>
            <a:srgbClr val="0B2B0E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"Hey Google, is the bedroom lamp on?"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937760"/>
            <a:ext cx="5486400" cy="685800"/>
          </a:xfrm>
          <a:prstGeom prst="rect">
            <a:avLst/>
          </a:prstGeom>
          <a:solidFill>
            <a:srgbClr val="0B2B0E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9834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"Hey Google, sync devices"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4"/>
                </a:solidFill>
              </a:rPr>
              <a:t>Both skills linked to Firebase for realtime device control — no cloud latency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AA00"/>
                </a:solidFill>
              </a:rPr>
              <a:t>⚡  Energy Monitoring — PZEM-004T v3.0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Voltage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8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230.5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5156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18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1.24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5156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Active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618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285.8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6324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Energy (kWh)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301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0.048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06324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301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50.0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063240"/>
            <a:ext cx="3474720" cy="1737360"/>
          </a:xfrm>
          <a:prstGeom prst="rect">
            <a:avLst/>
          </a:prstGeom>
          <a:solidFill>
            <a:srgbClr val="3A0F34"/>
          </a:solidFill>
          <a:ln w="1905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154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Power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3016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AA00"/>
                </a:solidFill>
              </a:rPr>
              <a:t>0.98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±0.5%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212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B8C4"/>
                </a:solidFill>
              </a:rPr>
              <a:t>Connection: PZEM-004T TX→GPIO16, RX→GPIO17  |  CT clamp on Live wire only  |  Isolated 5V supply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AAA00"/>
                </a:solidFill>
              </a:rPr>
              <a:t>🔗  All Live Links &amp;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594360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🌐  Web Dashboard (LIVE)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9875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https://web-iota-ruddy-37.vercel.app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11430000" cy="594360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B5F6"/>
                </a:solidFill>
              </a:rPr>
              <a:t>📦  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0078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https://github.com/MohammadSakibAhmad0874/ESP32-Home-Control-Using-Firebase-System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40864"/>
            <a:ext cx="11430000" cy="594360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140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A28"/>
                </a:solidFill>
              </a:rPr>
              <a:t>🔥  Firebase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1401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https://console.firebase.google.com/project/apnaghar-3f865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54096"/>
            <a:ext cx="11430000" cy="594360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⚡  Vercel Inspector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272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https://vercel.com/ahmadsakib263-4202s-projects/web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67328"/>
            <a:ext cx="11430000" cy="594360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🤖  Railway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https://esp32-home-control-using-firebase-system-production.up.railway.app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11430000" cy="594360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AA00"/>
                </a:solidFill>
              </a:rPr>
              <a:t>📄  APK (local)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537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./ApnaGhar-v2.0-release.apk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93792"/>
            <a:ext cx="11430000" cy="594360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669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AA00"/>
                </a:solidFill>
              </a:rPr>
              <a:t>📊  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2669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./ApnaGhar_v2.0_Presentation.pptx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07024"/>
            <a:ext cx="11430000" cy="594360"/>
          </a:xfrm>
          <a:prstGeom prst="rect">
            <a:avLst/>
          </a:prstGeom>
          <a:solidFill>
            <a:srgbClr val="3A0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9801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DE3E8"/>
                </a:solidFill>
              </a:rPr>
              <a:t>🔩  Firmware Flash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98017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4"/>
                </a:solidFill>
              </a:rPr>
              <a:t>firmware/HomeControlSketch.ino  →  Arduino IDE  →  ESP32 Dev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AAA00"/>
                </a:solidFill>
              </a:rPr>
              <a:t>🚀  Roadmap +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8C4"/>
                </a:solidFill>
              </a:rPr>
              <a:t>ApnaGhar is production-ready — here is what comes next: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881360" cy="594360"/>
          </a:xfrm>
          <a:prstGeom prst="rect">
            <a:avLst/>
          </a:prstGeom>
          <a:solidFill>
            <a:srgbClr val="3A0F34"/>
          </a:solidFill>
          <a:ln w="1016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v2.1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Matter/Thread protocol support (Apple Home, Samsung SmartThings)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0552"/>
            <a:ext cx="10881360" cy="594360"/>
          </a:xfrm>
          <a:prstGeom prst="rect">
            <a:avLst/>
          </a:prstGeom>
          <a:solidFill>
            <a:srgbClr val="3A0F34"/>
          </a:solidFill>
          <a:ln w="1016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v2.2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2199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ESP32-S3 upgrade: USB-OTG, AI accelerator for on-device TinyML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43784"/>
            <a:ext cx="10881360" cy="594360"/>
          </a:xfrm>
          <a:prstGeom prst="rect">
            <a:avLst/>
          </a:prstGeom>
          <a:solidFill>
            <a:srgbClr val="3A0F34"/>
          </a:solidFill>
          <a:ln w="1016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v2.3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3522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Solar panel + battery integration with charging MPPT controller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57015"/>
            <a:ext cx="10881360" cy="594360"/>
          </a:xfrm>
          <a:prstGeom prst="rect">
            <a:avLst/>
          </a:prstGeom>
          <a:solidFill>
            <a:srgbClr val="3A0F34"/>
          </a:solidFill>
          <a:ln w="1016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484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v2.4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4845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Multi-room grouping + scenes ("Movie Time" = dim + fan + lock)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10881360" cy="594360"/>
          </a:xfrm>
          <a:prstGeom prst="rect">
            <a:avLst/>
          </a:prstGeom>
          <a:solidFill>
            <a:srgbClr val="3A0F34"/>
          </a:solidFill>
          <a:ln w="10160">
            <a:solidFill>
              <a:srgbClr val="EA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616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AA00"/>
                </a:solidFill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61688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E3E8"/>
                </a:solidFill>
              </a:rPr>
              <a:t>Full local-only mode with Home Assistant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🙏  Thank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C4"/>
                </a:solidFill>
              </a:rPr>
              <a:t>Mohammad Sakib Ahmad  |  @MohammadSakibAhmad0874  |  IoT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AAA00"/>
                </a:solidFill>
              </a:rPr>
              <a:t>https://github.com/MohammadSakibAhmad0874/ESP32-Home-Control-Using-Firebase-System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